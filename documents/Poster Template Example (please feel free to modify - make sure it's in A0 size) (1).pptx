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1"/>
  </p:sldMasterIdLst>
  <p:notesMasterIdLst>
    <p:notesMasterId r:id="rId3"/>
  </p:notesMasterIdLst>
  <p:handoutMasterIdLst>
    <p:handoutMasterId r:id="rId4"/>
  </p:handoutMasterIdLst>
  <p:sldIdLst>
    <p:sldId id="385" r:id="rId2"/>
  </p:sldIdLst>
  <p:sldSz cx="10080625" cy="13441363"/>
  <p:notesSz cx="7559675" cy="10691813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5394" autoAdjust="0"/>
  </p:normalViewPr>
  <p:slideViewPr>
    <p:cSldViewPr snapToGrid="0">
      <p:cViewPr>
        <p:scale>
          <a:sx n="50" d="100"/>
          <a:sy n="50" d="100"/>
        </p:scale>
        <p:origin x="2304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ong Tuan Vu (CECS)" userId="S::vu.tt@vinuni.edu.vn::6d8b3e8a-b5cd-4ba1-b9ce-e718cbdc8e5e" providerId="AD" clId="Web-{BC57D93E-F58F-97D8-CD5D-7BB62C3D3996}"/>
    <pc:docChg chg="modSld">
      <pc:chgData name="Truong Tuan Vu (CECS)" userId="S::vu.tt@vinuni.edu.vn::6d8b3e8a-b5cd-4ba1-b9ce-e718cbdc8e5e" providerId="AD" clId="Web-{BC57D93E-F58F-97D8-CD5D-7BB62C3D3996}" dt="2022-04-26T10:20:09.244" v="2" actId="20577"/>
      <pc:docMkLst>
        <pc:docMk/>
      </pc:docMkLst>
      <pc:sldChg chg="modSp">
        <pc:chgData name="Truong Tuan Vu (CECS)" userId="S::vu.tt@vinuni.edu.vn::6d8b3e8a-b5cd-4ba1-b9ce-e718cbdc8e5e" providerId="AD" clId="Web-{BC57D93E-F58F-97D8-CD5D-7BB62C3D3996}" dt="2022-04-26T10:20:09.244" v="2" actId="20577"/>
        <pc:sldMkLst>
          <pc:docMk/>
          <pc:sldMk cId="1973386252" sldId="385"/>
        </pc:sldMkLst>
        <pc:spChg chg="mod">
          <ac:chgData name="Truong Tuan Vu (CECS)" userId="S::vu.tt@vinuni.edu.vn::6d8b3e8a-b5cd-4ba1-b9ce-e718cbdc8e5e" providerId="AD" clId="Web-{BC57D93E-F58F-97D8-CD5D-7BB62C3D3996}" dt="2022-04-26T10:20:09.244" v="2" actId="20577"/>
          <ac:spMkLst>
            <pc:docMk/>
            <pc:sldMk cId="1973386252" sldId="385"/>
            <ac:spMk id="21" creationId="{00000000-0000-0000-0000-000000000000}"/>
          </ac:spMkLst>
        </pc:spChg>
      </pc:sldChg>
    </pc:docChg>
  </pc:docChgLst>
  <pc:docChgLst>
    <pc:chgData name="Trinh Thu Thuy (CECS)" userId="88a57b3d-e380-4fcf-bef5-6584f5eb29db" providerId="ADAL" clId="{5582E24C-6DA6-44DD-9EBB-A9F2E224F631}"/>
    <pc:docChg chg="modSld">
      <pc:chgData name="Trinh Thu Thuy (CECS)" userId="88a57b3d-e380-4fcf-bef5-6584f5eb29db" providerId="ADAL" clId="{5582E24C-6DA6-44DD-9EBB-A9F2E224F631}" dt="2024-03-29T04:04:57.990" v="0" actId="14100"/>
      <pc:docMkLst>
        <pc:docMk/>
      </pc:docMkLst>
      <pc:sldChg chg="modSp mod">
        <pc:chgData name="Trinh Thu Thuy (CECS)" userId="88a57b3d-e380-4fcf-bef5-6584f5eb29db" providerId="ADAL" clId="{5582E24C-6DA6-44DD-9EBB-A9F2E224F631}" dt="2024-03-29T04:04:57.990" v="0" actId="14100"/>
        <pc:sldMkLst>
          <pc:docMk/>
          <pc:sldMk cId="1973386252" sldId="385"/>
        </pc:sldMkLst>
        <pc:picChg chg="mod">
          <ac:chgData name="Trinh Thu Thuy (CECS)" userId="88a57b3d-e380-4fcf-bef5-6584f5eb29db" providerId="ADAL" clId="{5582E24C-6DA6-44DD-9EBB-A9F2E224F631}" dt="2024-03-29T04:04:57.990" v="0" actId="14100"/>
          <ac:picMkLst>
            <pc:docMk/>
            <pc:sldMk cId="1973386252" sldId="385"/>
            <ac:picMk id="18" creationId="{A85AEAE5-BF20-1204-0F78-FC62FCD473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528" cy="534210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ource Sans Pro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797" y="0"/>
            <a:ext cx="3280528" cy="534210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ource Sans Pro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219"/>
            <a:ext cx="3280528" cy="534210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ource Sans Pro" pitchFamily="34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797" y="10157219"/>
            <a:ext cx="3280528" cy="534210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D47F704-3AAA-47F5-944B-6E07C46AA83E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ource Sans Pro" pitchFamily="34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90424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76475" y="812800"/>
            <a:ext cx="3005138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Source Sans Pro Black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Source Sans Pro Black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Source Sans Pro Black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Source Sans Pro Black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2CB5C672-4EAF-45E5-BE2A-1BEC469185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Source Sans Pro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323083" y="4677908"/>
            <a:ext cx="7434462" cy="3225927"/>
          </a:xfr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txBody>
          <a:bodyPr lIns="274320" rIns="274320" anchor="ctr" anchorCtr="1">
            <a:normAutofit/>
          </a:bodyPr>
          <a:lstStyle>
            <a:lvl1pPr algn="ctr">
              <a:defRPr lang="en-US" sz="4703" b="1" kern="1200" cap="all" spc="293" baseline="0" dirty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8449" y="8530785"/>
            <a:ext cx="5623728" cy="2430136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lang="en-US" sz="470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72036" indent="0" algn="ctr">
              <a:buNone/>
              <a:defRPr sz="2939"/>
            </a:lvl2pPr>
            <a:lvl3pPr marL="1344071" indent="0" algn="ctr">
              <a:buNone/>
              <a:defRPr sz="2645"/>
            </a:lvl3pPr>
            <a:lvl4pPr marL="2016107" indent="0" algn="ctr">
              <a:buNone/>
              <a:defRPr sz="2352"/>
            </a:lvl4pPr>
            <a:lvl5pPr marL="2688142" indent="0" algn="ctr">
              <a:buNone/>
              <a:defRPr sz="2352"/>
            </a:lvl5pPr>
            <a:lvl6pPr marL="3360179" indent="0" algn="ctr">
              <a:buNone/>
              <a:defRPr sz="2352"/>
            </a:lvl6pPr>
            <a:lvl7pPr marL="4032214" indent="0" algn="ctr">
              <a:buNone/>
              <a:defRPr sz="2352"/>
            </a:lvl7pPr>
            <a:lvl8pPr marL="4704250" indent="0" algn="ctr">
              <a:buNone/>
              <a:defRPr sz="2352"/>
            </a:lvl8pPr>
            <a:lvl9pPr marL="5376285" indent="0" algn="ctr">
              <a:buNone/>
              <a:defRPr sz="23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054" name="Picture 6" descr="Associate Program Director (Pediatrics Residency) job with VI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26" y="938014"/>
            <a:ext cx="6444774" cy="320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9440404" y="11970922"/>
            <a:ext cx="302420" cy="716872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26884" tIns="67208" rIns="26884" bIns="67208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0C9DCE-CBDA-4585-B5D5-F378E2C0A7AE}" type="slidenum">
              <a:rPr lang="en-US" sz="1615" smtClean="0"/>
              <a:pPr/>
              <a:t>‹#›</a:t>
            </a:fld>
            <a:endParaRPr lang="en-US" sz="1615" dirty="0"/>
          </a:p>
        </p:txBody>
      </p:sp>
    </p:spTree>
    <p:extLst>
      <p:ext uri="{BB962C8B-B14F-4D97-AF65-F5344CB8AC3E}">
        <p14:creationId xmlns:p14="http://schemas.microsoft.com/office/powerpoint/2010/main" val="264007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034103" y="7928734"/>
            <a:ext cx="1545844" cy="1600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440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4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1998135" y="3727479"/>
            <a:ext cx="6391117" cy="2938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2" hasCustomPrompt="1"/>
          </p:nvPr>
        </p:nvSpPr>
        <p:spPr>
          <a:xfrm>
            <a:off x="1998135" y="6625890"/>
            <a:ext cx="6391117" cy="97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4115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marL="0" marR="0" lvl="0" indent="0" algn="l" defTabSz="13440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Subtitle here</a:t>
            </a:r>
          </a:p>
          <a:p>
            <a:pPr marL="0" marR="0" lvl="0" indent="0" algn="l" defTabSz="13440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idx="13" hasCustomPrompt="1"/>
          </p:nvPr>
        </p:nvSpPr>
        <p:spPr>
          <a:xfrm>
            <a:off x="2807028" y="8008741"/>
            <a:ext cx="6391117" cy="97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57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7058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marL="0" marR="0" lvl="0" indent="0" algn="l" defTabSz="13440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Author name | 2020</a:t>
            </a:r>
          </a:p>
          <a:p>
            <a:pPr marL="0" marR="0" lvl="0" indent="0" algn="l" defTabSz="13440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2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042" y="563210"/>
            <a:ext cx="8862549" cy="1504441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042" y="2406176"/>
            <a:ext cx="8862549" cy="9442140"/>
          </a:xfrm>
        </p:spPr>
        <p:txBody>
          <a:bodyPr>
            <a:normAutofit/>
          </a:bodyPr>
          <a:lstStyle>
            <a:lvl1pPr>
              <a:defRPr sz="4115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2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323083" y="4677908"/>
            <a:ext cx="7434462" cy="3225927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5584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449" y="8530637"/>
            <a:ext cx="5623728" cy="247950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939">
                <a:solidFill>
                  <a:schemeClr val="tx1"/>
                </a:solidFill>
              </a:defRPr>
            </a:lvl1pPr>
            <a:lvl2pPr marL="672036" indent="0">
              <a:buNone/>
              <a:defRPr sz="2939">
                <a:solidFill>
                  <a:schemeClr val="tx1">
                    <a:tint val="75000"/>
                  </a:schemeClr>
                </a:solidFill>
              </a:defRPr>
            </a:lvl2pPr>
            <a:lvl3pPr marL="1344071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3pPr>
            <a:lvl4pPr marL="2016107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4pPr>
            <a:lvl5pPr marL="2688142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5pPr>
            <a:lvl6pPr marL="3360179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6pPr>
            <a:lvl7pPr marL="4032214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7pPr>
            <a:lvl8pPr marL="4704250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8pPr>
            <a:lvl9pPr marL="5376285" indent="0">
              <a:buNone/>
              <a:defRPr sz="23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70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1043" y="3040146"/>
            <a:ext cx="4188918" cy="82100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0665" y="3040146"/>
            <a:ext cx="4272928" cy="82100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51042" y="563210"/>
            <a:ext cx="8862549" cy="1504441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50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224" y="4534226"/>
            <a:ext cx="3530739" cy="137997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793" b="0" cap="all" spc="148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72036" indent="0">
              <a:buNone/>
              <a:defRPr sz="2793" b="1"/>
            </a:lvl2pPr>
            <a:lvl3pPr marL="1344071" indent="0">
              <a:buNone/>
              <a:defRPr sz="2645" b="1"/>
            </a:lvl3pPr>
            <a:lvl4pPr marL="2016107" indent="0">
              <a:buNone/>
              <a:defRPr sz="2352" b="1"/>
            </a:lvl4pPr>
            <a:lvl5pPr marL="2688142" indent="0">
              <a:buNone/>
              <a:defRPr sz="2352" b="1"/>
            </a:lvl5pPr>
            <a:lvl6pPr marL="3360179" indent="0">
              <a:buNone/>
              <a:defRPr sz="2352" b="1"/>
            </a:lvl6pPr>
            <a:lvl7pPr marL="4032214" indent="0">
              <a:buNone/>
              <a:defRPr sz="2352" b="1"/>
            </a:lvl7pPr>
            <a:lvl8pPr marL="4704250" indent="0">
              <a:buNone/>
              <a:defRPr sz="2352" b="1"/>
            </a:lvl8pPr>
            <a:lvl9pPr marL="5376285" indent="0">
              <a:buNone/>
              <a:defRPr sz="235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224" y="6160625"/>
            <a:ext cx="3530739" cy="50895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0665" y="6160625"/>
            <a:ext cx="3516878" cy="508956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40667" y="4534226"/>
            <a:ext cx="3530739" cy="137997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793" b="0" cap="all" spc="148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72036" indent="0">
              <a:buNone/>
              <a:defRPr sz="2793" b="1"/>
            </a:lvl2pPr>
            <a:lvl3pPr marL="1344071" indent="0">
              <a:buNone/>
              <a:defRPr sz="2645" b="1"/>
            </a:lvl3pPr>
            <a:lvl4pPr marL="2016107" indent="0">
              <a:buNone/>
              <a:defRPr sz="2352" b="1"/>
            </a:lvl4pPr>
            <a:lvl5pPr marL="2688142" indent="0">
              <a:buNone/>
              <a:defRPr sz="2352" b="1"/>
            </a:lvl5pPr>
            <a:lvl6pPr marL="3360179" indent="0">
              <a:buNone/>
              <a:defRPr sz="2352" b="1"/>
            </a:lvl6pPr>
            <a:lvl7pPr marL="4032214" indent="0">
              <a:buNone/>
              <a:defRPr sz="2352" b="1"/>
            </a:lvl7pPr>
            <a:lvl8pPr marL="4704250" indent="0">
              <a:buNone/>
              <a:defRPr sz="2352" b="1"/>
            </a:lvl8pPr>
            <a:lvl9pPr marL="5376285" indent="0">
              <a:buNone/>
              <a:defRPr sz="235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37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51042" y="563210"/>
            <a:ext cx="8862549" cy="1504441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10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51044" y="2406176"/>
            <a:ext cx="4284264" cy="9442140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>
            <a:lvl1pPr>
              <a:defRPr sz="4115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5026316" y="2406176"/>
            <a:ext cx="4487279" cy="9442140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>
            <a:lvl1pPr>
              <a:defRPr sz="4115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3527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1042" y="563210"/>
            <a:ext cx="8862549" cy="1504441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90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51042" y="-3"/>
            <a:ext cx="8862549" cy="2177598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Class practice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51044" y="3252479"/>
            <a:ext cx="4284264" cy="839670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4115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5026316" y="3252478"/>
            <a:ext cx="4487279" cy="8396704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4115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60035" y="2347640"/>
            <a:ext cx="3993401" cy="725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115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 Code: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5307" y="2360083"/>
            <a:ext cx="2406428" cy="725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115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endParaRPr lang="en-US" sz="4115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04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51041" y="3252478"/>
            <a:ext cx="8862550" cy="40583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4115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51041" y="8280543"/>
            <a:ext cx="8862550" cy="336863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4115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3527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60035" y="2347640"/>
            <a:ext cx="3993401" cy="725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115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 Code: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37" y="7310782"/>
            <a:ext cx="2406428" cy="725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115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endParaRPr lang="en-US" sz="4115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1042" y="-3"/>
            <a:ext cx="8862549" cy="2177598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Class practice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71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51042" y="-3"/>
            <a:ext cx="8862549" cy="2177598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6467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Class practice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587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2" y="2"/>
            <a:ext cx="5040313" cy="13441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357702" y="4397806"/>
            <a:ext cx="4349301" cy="223728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5879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9548" y="1577122"/>
            <a:ext cx="3981847" cy="10287123"/>
          </a:xfrm>
        </p:spPr>
        <p:txBody>
          <a:bodyPr>
            <a:normAutofit/>
          </a:bodyPr>
          <a:lstStyle>
            <a:lvl1pPr>
              <a:defRPr sz="2793">
                <a:solidFill>
                  <a:schemeClr val="tx1"/>
                </a:solidFill>
              </a:defRPr>
            </a:lvl1pPr>
            <a:lvl2pPr>
              <a:defRPr sz="2352">
                <a:solidFill>
                  <a:schemeClr val="tx1"/>
                </a:solidFill>
              </a:defRPr>
            </a:lvl2pPr>
            <a:lvl3pPr>
              <a:defRPr sz="2352">
                <a:solidFill>
                  <a:schemeClr val="tx1"/>
                </a:solidFill>
              </a:defRPr>
            </a:lvl3pPr>
            <a:lvl4pPr>
              <a:defRPr sz="2352">
                <a:solidFill>
                  <a:schemeClr val="tx1"/>
                </a:solidFill>
              </a:defRPr>
            </a:lvl4pPr>
            <a:lvl5pPr>
              <a:defRPr sz="2352">
                <a:solidFill>
                  <a:schemeClr val="tx1"/>
                </a:solidFill>
              </a:defRPr>
            </a:lvl5pPr>
            <a:lvl6pPr>
              <a:defRPr sz="2352"/>
            </a:lvl6pPr>
            <a:lvl7pPr>
              <a:defRPr sz="2352"/>
            </a:lvl7pPr>
            <a:lvl8pPr>
              <a:defRPr sz="2352"/>
            </a:lvl8pPr>
            <a:lvl9pPr>
              <a:defRPr sz="235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2379" y="6957676"/>
            <a:ext cx="3137595" cy="430020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07">
                <a:solidFill>
                  <a:srgbClr val="FFFFFF"/>
                </a:solidFill>
              </a:defRPr>
            </a:lvl1pPr>
            <a:lvl2pPr marL="672036" indent="0">
              <a:buNone/>
              <a:defRPr sz="2057"/>
            </a:lvl2pPr>
            <a:lvl3pPr marL="1344071" indent="0">
              <a:buNone/>
              <a:defRPr sz="1764"/>
            </a:lvl3pPr>
            <a:lvl4pPr marL="2016107" indent="0">
              <a:buNone/>
              <a:defRPr sz="1469"/>
            </a:lvl4pPr>
            <a:lvl5pPr marL="2688142" indent="0">
              <a:buNone/>
              <a:defRPr sz="1469"/>
            </a:lvl5pPr>
            <a:lvl6pPr marL="3360179" indent="0">
              <a:buNone/>
              <a:defRPr sz="1469"/>
            </a:lvl6pPr>
            <a:lvl7pPr marL="4032214" indent="0">
              <a:buNone/>
              <a:defRPr sz="1469"/>
            </a:lvl7pPr>
            <a:lvl8pPr marL="4704250" indent="0">
              <a:buNone/>
              <a:defRPr sz="1469"/>
            </a:lvl8pPr>
            <a:lvl9pPr marL="5376285" indent="0">
              <a:buNone/>
              <a:defRPr sz="146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399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" y="2"/>
            <a:ext cx="5040313" cy="13441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68506" y="4397805"/>
            <a:ext cx="3716567" cy="222384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3233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40314" y="2"/>
            <a:ext cx="5045354" cy="13441363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703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72036" indent="0">
              <a:buNone/>
              <a:defRPr sz="4115"/>
            </a:lvl2pPr>
            <a:lvl3pPr marL="1344071" indent="0">
              <a:buNone/>
              <a:defRPr sz="3527"/>
            </a:lvl3pPr>
            <a:lvl4pPr marL="2016107" indent="0">
              <a:buNone/>
              <a:defRPr sz="2939"/>
            </a:lvl4pPr>
            <a:lvl5pPr marL="2688142" indent="0">
              <a:buNone/>
              <a:defRPr sz="2939"/>
            </a:lvl5pPr>
            <a:lvl6pPr marL="3360179" indent="0">
              <a:buNone/>
              <a:defRPr sz="2939"/>
            </a:lvl6pPr>
            <a:lvl7pPr marL="4032214" indent="0">
              <a:buNone/>
              <a:defRPr sz="2939"/>
            </a:lvl7pPr>
            <a:lvl8pPr marL="4704250" indent="0">
              <a:buNone/>
              <a:defRPr sz="2939"/>
            </a:lvl8pPr>
            <a:lvl9pPr marL="5376285" indent="0">
              <a:buNone/>
              <a:defRPr sz="29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2379" y="6957674"/>
            <a:ext cx="3137595" cy="4300212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07">
                <a:solidFill>
                  <a:srgbClr val="FFFFFF"/>
                </a:solidFill>
              </a:defRPr>
            </a:lvl1pPr>
            <a:lvl2pPr marL="672036" indent="0">
              <a:buNone/>
              <a:defRPr sz="2057"/>
            </a:lvl2pPr>
            <a:lvl3pPr marL="1344071" indent="0">
              <a:buNone/>
              <a:defRPr sz="1764"/>
            </a:lvl3pPr>
            <a:lvl4pPr marL="2016107" indent="0">
              <a:buNone/>
              <a:defRPr sz="1469"/>
            </a:lvl4pPr>
            <a:lvl5pPr marL="2688142" indent="0">
              <a:buNone/>
              <a:defRPr sz="1469"/>
            </a:lvl5pPr>
            <a:lvl6pPr marL="3360179" indent="0">
              <a:buNone/>
              <a:defRPr sz="1469"/>
            </a:lvl6pPr>
            <a:lvl7pPr marL="4032214" indent="0">
              <a:buNone/>
              <a:defRPr sz="1469"/>
            </a:lvl7pPr>
            <a:lvl8pPr marL="4704250" indent="0">
              <a:buNone/>
              <a:defRPr sz="1469"/>
            </a:lvl8pPr>
            <a:lvl9pPr marL="5376285" indent="0">
              <a:buNone/>
              <a:defRPr sz="146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90007" y="12785384"/>
            <a:ext cx="681597" cy="584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C147243-CA72-4831-94C2-09C7E07BFD55}" type="slidenum">
              <a:rPr lang="en-US" sz="3201" smtClean="0">
                <a:solidFill>
                  <a:srgbClr val="FFFF00"/>
                </a:solidFill>
              </a:rPr>
              <a:pPr/>
              <a:t>‹#›</a:t>
            </a:fld>
            <a:endParaRPr lang="en-US" sz="320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1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1974850"/>
            <a:ext cx="10080625" cy="114665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744"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43627" y="2633102"/>
            <a:ext cx="9393371" cy="1496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340300" y="12186253"/>
            <a:ext cx="604903" cy="10285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" name="Google Shape;65;p14"/>
          <p:cNvSpPr txBox="1">
            <a:spLocks noGrp="1"/>
          </p:cNvSpPr>
          <p:nvPr>
            <p:ph type="body" idx="13"/>
          </p:nvPr>
        </p:nvSpPr>
        <p:spPr>
          <a:xfrm>
            <a:off x="343630" y="4713232"/>
            <a:ext cx="4409612" cy="7226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135"/>
              </a:spcAft>
              <a:buNone/>
            </a:pPr>
            <a:endParaRPr/>
          </a:p>
        </p:txBody>
      </p:sp>
      <p:sp>
        <p:nvSpPr>
          <p:cNvPr id="7" name="Google Shape;66;p14"/>
          <p:cNvSpPr/>
          <p:nvPr userDrawn="1"/>
        </p:nvSpPr>
        <p:spPr>
          <a:xfrm>
            <a:off x="0" y="2"/>
            <a:ext cx="10080625" cy="1974850"/>
          </a:xfrm>
          <a:prstGeom prst="rect">
            <a:avLst/>
          </a:prstGeom>
          <a:solidFill>
            <a:srgbClr val="002855"/>
          </a:solidFill>
          <a:ln>
            <a:solidFill>
              <a:srgbClr val="002855"/>
            </a:solidFill>
          </a:ln>
        </p:spPr>
        <p:txBody>
          <a:bodyPr spcFirstLastPara="1" wrap="square" lIns="179195" tIns="179195" rIns="179195" bIns="17919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44"/>
          </a:p>
        </p:txBody>
      </p:sp>
      <p:pic>
        <p:nvPicPr>
          <p:cNvPr id="8" name="Google Shape;67;p14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4164" y="-785808"/>
            <a:ext cx="2119449" cy="35464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8;p14"/>
          <p:cNvSpPr txBox="1">
            <a:spLocks noGrp="1"/>
          </p:cNvSpPr>
          <p:nvPr>
            <p:ph type="body" idx="14"/>
          </p:nvPr>
        </p:nvSpPr>
        <p:spPr>
          <a:xfrm>
            <a:off x="5327388" y="4712971"/>
            <a:ext cx="4409612" cy="7226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135"/>
              </a:spcAft>
              <a:buNone/>
            </a:pPr>
            <a:endParaRPr/>
          </a:p>
        </p:txBody>
      </p:sp>
      <p:pic>
        <p:nvPicPr>
          <p:cNvPr id="10" name="Google Shape;70;p14"/>
          <p:cNvPicPr preferRelativeResize="0"/>
          <p:nvPr userDrawn="1"/>
        </p:nvPicPr>
        <p:blipFill rotWithShape="1">
          <a:blip r:embed="rId3">
            <a:alphaModFix/>
          </a:blip>
          <a:srcRect l="7863" r="7218"/>
          <a:stretch/>
        </p:blipFill>
        <p:spPr>
          <a:xfrm>
            <a:off x="7675979" y="7637753"/>
            <a:ext cx="2467653" cy="60276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318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C662B3-3F21-4948-B280-DC9D8FFE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844758" y="1890757"/>
            <a:ext cx="6391117" cy="2329836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4758" y="5170447"/>
            <a:ext cx="6391117" cy="6079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0404" y="11970922"/>
            <a:ext cx="302420" cy="716872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615" spc="0" baseline="0">
                <a:solidFill>
                  <a:srgbClr val="FFFFFF"/>
                </a:solidFill>
              </a:defRPr>
            </a:lvl1pPr>
          </a:lstStyle>
          <a:p>
            <a:pPr lvl="0"/>
            <a:fld id="{66C662B3-3F21-4948-B280-DC9D8FFE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</p:sldLayoutIdLst>
  <p:hf hdr="0" ftr="0" dt="0"/>
  <p:txStyles>
    <p:titleStyle>
      <a:lvl1pPr algn="ctr" defTabSz="1344071" rtl="0" eaLnBrk="1" latinLnBrk="0" hangingPunct="1">
        <a:lnSpc>
          <a:spcPct val="90000"/>
        </a:lnSpc>
        <a:spcBef>
          <a:spcPct val="0"/>
        </a:spcBef>
        <a:buNone/>
        <a:defRPr sz="4115" kern="1200" cap="all" spc="293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36017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645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72036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08052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44071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680088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929770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6pPr>
      <a:lvl7pPr marL="2181784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7pPr>
      <a:lvl8pPr marL="2436128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67480" indent="-336017" algn="l" defTabSz="1344071" rtl="0" eaLnBrk="1" latinLnBrk="0" hangingPunct="1">
        <a:lnSpc>
          <a:spcPct val="100000"/>
        </a:lnSpc>
        <a:spcBef>
          <a:spcPts val="1469"/>
        </a:spcBef>
        <a:buClr>
          <a:schemeClr val="accent2"/>
        </a:buClr>
        <a:buFont typeface="Arial" panose="020B0604020202020204" pitchFamily="34" charset="0"/>
        <a:buChar char="•"/>
        <a:defRPr sz="2352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72036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344071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3pPr>
      <a:lvl4pPr marL="2016107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4pPr>
      <a:lvl5pPr marL="2688142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5pPr>
      <a:lvl6pPr marL="3360179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6pPr>
      <a:lvl7pPr marL="4032214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7pPr>
      <a:lvl8pPr marL="4704250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8pPr>
      <a:lvl9pPr marL="5376285" algn="l" defTabSz="1344071" rtl="0" eaLnBrk="1" latinLnBrk="0" hangingPunct="1">
        <a:defRPr sz="26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8288" y="401532"/>
            <a:ext cx="8862549" cy="632544"/>
          </a:xfrm>
        </p:spPr>
        <p:txBody>
          <a:bodyPr/>
          <a:lstStyle/>
          <a:p>
            <a:r>
              <a:rPr lang="en-US" sz="5000" dirty="0"/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288" y="1161019"/>
            <a:ext cx="2813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Team: Names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Advisors: Names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2528" y="2291553"/>
            <a:ext cx="3863964" cy="2622454"/>
            <a:chOff x="537119" y="6032439"/>
            <a:chExt cx="11658600" cy="7228635"/>
          </a:xfrm>
          <a:solidFill>
            <a:schemeClr val="bg1"/>
          </a:solidFill>
        </p:grpSpPr>
        <p:sp>
          <p:nvSpPr>
            <p:cNvPr id="7" name="Rectangle 6"/>
            <p:cNvSpPr/>
            <p:nvPr/>
          </p:nvSpPr>
          <p:spPr>
            <a:xfrm>
              <a:off x="537119" y="6642565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15380" y="6032439"/>
              <a:ext cx="6476491" cy="144222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 charset="0"/>
                  <a:ea typeface="Bangla MN" charset="0"/>
                  <a:cs typeface="Bangla MN" charset="0"/>
                </a:rPr>
                <a:t>Introduction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00600" y="2190531"/>
            <a:ext cx="4818185" cy="2723476"/>
            <a:chOff x="914400" y="5873680"/>
            <a:chExt cx="11658600" cy="7507096"/>
          </a:xfrm>
          <a:solidFill>
            <a:schemeClr val="bg1"/>
          </a:solidFill>
        </p:grpSpPr>
        <p:sp>
          <p:nvSpPr>
            <p:cNvPr id="10" name="Rectangle 9"/>
            <p:cNvSpPr/>
            <p:nvPr/>
          </p:nvSpPr>
          <p:spPr>
            <a:xfrm>
              <a:off x="914400" y="6762267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46774" y="5873680"/>
              <a:ext cx="5193850" cy="262993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 charset="0"/>
                  <a:ea typeface="Bangla MN" charset="0"/>
                  <a:cs typeface="Bangla MN" charset="0"/>
                </a:rPr>
                <a:t>Objective &amp; Features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98288" y="5020019"/>
            <a:ext cx="3863964" cy="4786096"/>
            <a:chOff x="537119" y="6200692"/>
            <a:chExt cx="11658600" cy="7060382"/>
          </a:xfrm>
          <a:solidFill>
            <a:schemeClr val="bg1"/>
          </a:solidFill>
        </p:grpSpPr>
        <p:sp>
          <p:nvSpPr>
            <p:cNvPr id="13" name="Rectangle 12"/>
            <p:cNvSpPr/>
            <p:nvPr/>
          </p:nvSpPr>
          <p:spPr>
            <a:xfrm>
              <a:off x="537119" y="6642565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28173" y="6200692"/>
              <a:ext cx="6476491" cy="140748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 charset="0"/>
                  <a:ea typeface="Bangla MN" charset="0"/>
                  <a:cs typeface="Bangla MN" charset="0"/>
                </a:rPr>
                <a:t>System Architecture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76842" y="10016780"/>
            <a:ext cx="3889650" cy="2691036"/>
            <a:chOff x="537119" y="6246262"/>
            <a:chExt cx="11658600" cy="7014812"/>
          </a:xfrm>
          <a:solidFill>
            <a:schemeClr val="bg1"/>
          </a:solidFill>
        </p:grpSpPr>
        <p:sp>
          <p:nvSpPr>
            <p:cNvPr id="16" name="Rectangle 15"/>
            <p:cNvSpPr/>
            <p:nvPr/>
          </p:nvSpPr>
          <p:spPr>
            <a:xfrm>
              <a:off x="537119" y="6642565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175347" y="6246262"/>
              <a:ext cx="5788000" cy="13638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 charset="0"/>
                  <a:ea typeface="Bangla MN" charset="0"/>
                  <a:cs typeface="Bangla MN" charset="0"/>
                </a:rPr>
                <a:t>Challenges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00600" y="4948023"/>
            <a:ext cx="4818185" cy="5778592"/>
            <a:chOff x="914400" y="6301658"/>
            <a:chExt cx="11658600" cy="7079118"/>
          </a:xfrm>
          <a:solidFill>
            <a:schemeClr val="bg1"/>
          </a:solidFill>
        </p:grpSpPr>
        <p:sp>
          <p:nvSpPr>
            <p:cNvPr id="20" name="Rectangle 19"/>
            <p:cNvSpPr/>
            <p:nvPr/>
          </p:nvSpPr>
          <p:spPr>
            <a:xfrm>
              <a:off x="914400" y="6762267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14441" y="6301658"/>
              <a:ext cx="6650487" cy="1168838"/>
            </a:xfrm>
            <a:prstGeom prst="rect">
              <a:avLst/>
            </a:prstGeom>
            <a:grp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/>
                  <a:ea typeface="Bangla MN" charset="0"/>
                  <a:cs typeface="Bangla MN" charset="0"/>
                </a:rPr>
                <a:t>Implementation &amp; Results</a:t>
              </a:r>
              <a:endParaRPr lang="en-US" sz="2800" dirty="0">
                <a:solidFill>
                  <a:srgbClr val="C00000"/>
                </a:solidFill>
                <a:latin typeface="Bangla MN" charset="0"/>
                <a:ea typeface="Bangla MN" charset="0"/>
                <a:cs typeface="Bangla MN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12431" y="10974174"/>
            <a:ext cx="4806354" cy="1733642"/>
            <a:chOff x="537119" y="6044305"/>
            <a:chExt cx="11658600" cy="7216769"/>
          </a:xfrm>
          <a:solidFill>
            <a:schemeClr val="bg1"/>
          </a:solidFill>
        </p:grpSpPr>
        <p:sp>
          <p:nvSpPr>
            <p:cNvPr id="23" name="Rectangle 22"/>
            <p:cNvSpPr/>
            <p:nvPr/>
          </p:nvSpPr>
          <p:spPr>
            <a:xfrm>
              <a:off x="537119" y="6642565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769491" y="6044305"/>
              <a:ext cx="5193851" cy="217804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  <a:latin typeface="Bangla MN" charset="0"/>
                  <a:ea typeface="Bangla MN" charset="0"/>
                  <a:cs typeface="Bangla MN" charset="0"/>
                </a:rPr>
                <a:t>References</a:t>
              </a:r>
            </a:p>
          </p:txBody>
        </p:sp>
      </p:grp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A85AEAE5-BF20-1204-0F78-FC62FCD47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240" y="311738"/>
            <a:ext cx="2357080" cy="108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86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20.1.2101"/>
  <p:tag name="SLIDO_PRESENTATION_ID" val="00000000-0000-0000-0000-000000000000"/>
  <p:tag name="SLIDO_EVENT_UUID" val="71df0f3c-79b4-43a7-af03-7e88d020a838"/>
  <p:tag name="SLIDO_EVENT_SECTION_UUID" val="54701cb6-d121-4188-a13d-d29d4f139842"/>
</p:tagLst>
</file>

<file path=ppt/theme/theme1.xml><?xml version="1.0" encoding="utf-8"?>
<a:theme xmlns:a="http://schemas.openxmlformats.org/drawingml/2006/main" name="Parce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nuni ppt template-final" id="{D13BB8A7-D6C4-48EC-BB6B-97D55640DD3D}" vid="{7540C83C-340D-4786-9266-69F43D5E3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vinuni ppt template-final</Template>
  <TotalTime>6198</TotalTime>
  <Words>18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Bangla MN</vt:lpstr>
      <vt:lpstr>Calibri</vt:lpstr>
      <vt:lpstr>Cambria</vt:lpstr>
      <vt:lpstr>Courier New</vt:lpstr>
      <vt:lpstr>Gill Sans MT</vt:lpstr>
      <vt:lpstr>Source Sans Pro</vt:lpstr>
      <vt:lpstr>Source Sans Pro Black</vt:lpstr>
      <vt:lpstr>Parcel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creator>kokseng</dc:creator>
  <cp:lastModifiedBy>Pham Quoc Cuong (S.CECS - PHD)</cp:lastModifiedBy>
  <cp:revision>255</cp:revision>
  <dcterms:created xsi:type="dcterms:W3CDTF">2020-05-18T15:45:57Z</dcterms:created>
  <dcterms:modified xsi:type="dcterms:W3CDTF">2026-05-21T09:53:47Z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0.20.1.2101</vt:lpwstr>
  </property>
</Properties>
</file>